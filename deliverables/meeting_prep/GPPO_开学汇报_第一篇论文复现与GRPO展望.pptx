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8855055fa4691" /><Relationship Type="http://schemas.openxmlformats.org/officeDocument/2006/relationships/extended-properties" Target="/docProps/app.xml" Id="R1b59daa2b105497b" /><Relationship Type="http://schemas.openxmlformats.org/officeDocument/2006/relationships/officeDocument" Target="/ppt/presentation.xml" Id="Ra292d831447b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53e658bb54fb4"/>
  </p:sldMasterIdLst>
  <p:notesMasterIdLst>
    <p:notesMasterId xmlns:r="http://schemas.openxmlformats.org/officeDocument/2006/relationships" r:id="R8822caf1fcee49a7"/>
  </p:notesMasterIdLst>
  <p:sldIdLst>
    <p:sldId xmlns:r="http://schemas.openxmlformats.org/officeDocument/2006/relationships" id="256" r:id="Ra80568e4d3b54b24"/>
    <p:sldId xmlns:r="http://schemas.openxmlformats.org/officeDocument/2006/relationships" id="257" r:id="R6f8438390c11482f"/>
    <p:sldId xmlns:r="http://schemas.openxmlformats.org/officeDocument/2006/relationships" id="258" r:id="Rac81c0d9241a44c5"/>
    <p:sldId xmlns:r="http://schemas.openxmlformats.org/officeDocument/2006/relationships" id="259" r:id="Rd37f80c224364483"/>
    <p:sldId xmlns:r="http://schemas.openxmlformats.org/officeDocument/2006/relationships" id="260" r:id="R573bb3235da7473d"/>
    <p:sldId xmlns:r="http://schemas.openxmlformats.org/officeDocument/2006/relationships" id="261" r:id="R60bfca48e27e407d"/>
    <p:sldId xmlns:r="http://schemas.openxmlformats.org/officeDocument/2006/relationships" id="262" r:id="R5910019121214b14"/>
    <p:sldId xmlns:r="http://schemas.openxmlformats.org/officeDocument/2006/relationships" id="263" r:id="R360f66d37ec447a5"/>
    <p:sldId xmlns:r="http://schemas.openxmlformats.org/officeDocument/2006/relationships" id="264" r:id="R83aec44163234ad8"/>
    <p:sldId xmlns:r="http://schemas.openxmlformats.org/officeDocument/2006/relationships" id="265" r:id="Rb699101b4bfe4912"/>
    <p:sldId xmlns:r="http://schemas.openxmlformats.org/officeDocument/2006/relationships" id="266" r:id="R39d887e07e924f14"/>
    <p:sldId xmlns:r="http://schemas.openxmlformats.org/officeDocument/2006/relationships" id="267" r:id="Rcdb13aae3e7a48d1"/>
    <p:sldId xmlns:r="http://schemas.openxmlformats.org/officeDocument/2006/relationships" id="268" r:id="R848cb040d8d841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a3445b095481a" /><Relationship Type="http://schemas.openxmlformats.org/officeDocument/2006/relationships/slideMaster" Target="/ppt/slideMasters/slideMaster1.xml" Id="Rfe653e658bb54fb4" /><Relationship Type="http://schemas.openxmlformats.org/officeDocument/2006/relationships/notesMaster" Target="/ppt/notesMasters/notesMaster1.xml" Id="R8822caf1fcee49a7" /><Relationship Type="http://schemas.openxmlformats.org/officeDocument/2006/relationships/presProps" Target="/ppt/presProps.xml" Id="Rf058cc811c6542d4" /><Relationship Type="http://schemas.openxmlformats.org/officeDocument/2006/relationships/tableStyles" Target="/ppt/tableStyles.xml" Id="Rc6d90e34f26d4270" /><Relationship Type="http://schemas.openxmlformats.org/officeDocument/2006/relationships/slide" Target="/ppt/slides/slide1.xml" Id="Ra80568e4d3b54b24" /><Relationship Type="http://schemas.openxmlformats.org/officeDocument/2006/relationships/slide" Target="/ppt/slides/slide2.xml" Id="R6f8438390c11482f" /><Relationship Type="http://schemas.openxmlformats.org/officeDocument/2006/relationships/slide" Target="/ppt/slides/slide3.xml" Id="Rac81c0d9241a44c5" /><Relationship Type="http://schemas.openxmlformats.org/officeDocument/2006/relationships/slide" Target="/ppt/slides/slide4.xml" Id="Rd37f80c224364483" /><Relationship Type="http://schemas.openxmlformats.org/officeDocument/2006/relationships/slide" Target="/ppt/slides/slide5.xml" Id="R573bb3235da7473d" /><Relationship Type="http://schemas.openxmlformats.org/officeDocument/2006/relationships/slide" Target="/ppt/slides/slide6.xml" Id="R60bfca48e27e407d" /><Relationship Type="http://schemas.openxmlformats.org/officeDocument/2006/relationships/slide" Target="/ppt/slides/slide7.xml" Id="R5910019121214b14" /><Relationship Type="http://schemas.openxmlformats.org/officeDocument/2006/relationships/slide" Target="/ppt/slides/slide8.xml" Id="R360f66d37ec447a5" /><Relationship Type="http://schemas.openxmlformats.org/officeDocument/2006/relationships/slide" Target="/ppt/slides/slide9.xml" Id="R83aec44163234ad8" /><Relationship Type="http://schemas.openxmlformats.org/officeDocument/2006/relationships/slide" Target="/ppt/slides/slide10.xml" Id="Rb699101b4bfe4912" /><Relationship Type="http://schemas.openxmlformats.org/officeDocument/2006/relationships/slide" Target="/ppt/slides/slide11.xml" Id="R39d887e07e924f14" /><Relationship Type="http://schemas.openxmlformats.org/officeDocument/2006/relationships/slide" Target="/ppt/slides/slide12.xml" Id="Rcdb13aae3e7a48d1" /><Relationship Type="http://schemas.openxmlformats.org/officeDocument/2006/relationships/slide" Target="/ppt/slides/slide13.xml" Id="R848cb040d8d841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36c70135d49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50a21afdd4414" /><Relationship Type="http://schemas.openxmlformats.org/officeDocument/2006/relationships/notesMaster" Target="/ppt/notesMasters/notesMaster1.xml" Id="R93f5b01c306141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1806d09fa448c" /><Relationship Type="http://schemas.openxmlformats.org/officeDocument/2006/relationships/notesMaster" Target="/ppt/notesMasters/notesMaster1.xml" Id="R5c480df01ec1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8ddf656a24a58" /><Relationship Type="http://schemas.openxmlformats.org/officeDocument/2006/relationships/notesMaster" Target="/ppt/notesMasters/notesMaster1.xml" Id="R5e41c034edda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7db5b880448f9" /><Relationship Type="http://schemas.openxmlformats.org/officeDocument/2006/relationships/notesMaster" Target="/ppt/notesMasters/notesMaster1.xml" Id="R6399aa45edda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41794c32e4cfe" /><Relationship Type="http://schemas.openxmlformats.org/officeDocument/2006/relationships/notesMaster" Target="/ppt/notesMasters/notesMaster1.xml" Id="Rdb4029777c06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83e0a88f4349f7" /><Relationship Type="http://schemas.openxmlformats.org/officeDocument/2006/relationships/notesMaster" Target="/ppt/notesMasters/notesMaster1.xml" Id="Rc89c8df39055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48c49eeaa42a1" /><Relationship Type="http://schemas.openxmlformats.org/officeDocument/2006/relationships/notesMaster" Target="/ppt/notesMasters/notesMaster1.xml" Id="R48d005bd89334c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5c9891d614119" /><Relationship Type="http://schemas.openxmlformats.org/officeDocument/2006/relationships/notesMaster" Target="/ppt/notesMasters/notesMaster1.xml" Id="Rfcf706eb92a6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663e63a234ace" /><Relationship Type="http://schemas.openxmlformats.org/officeDocument/2006/relationships/notesMaster" Target="/ppt/notesMasters/notesMaster1.xml" Id="Rdeb94e1733a546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2ac28b9b894c7d" /><Relationship Type="http://schemas.openxmlformats.org/officeDocument/2006/relationships/notesMaster" Target="/ppt/notesMasters/notesMaster1.xml" Id="R9ca1a543180b47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d0007eb9144e8" /><Relationship Type="http://schemas.openxmlformats.org/officeDocument/2006/relationships/notesMaster" Target="/ppt/notesMasters/notesMaster1.xml" Id="R37d56f63cfdc48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227efa12a9487f" /><Relationship Type="http://schemas.openxmlformats.org/officeDocument/2006/relationships/notesMaster" Target="/ppt/notesMasters/notesMaster1.xml" Id="R4c95bfdf6e0a47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26926148414846" /><Relationship Type="http://schemas.openxmlformats.org/officeDocument/2006/relationships/notesMaster" Target="/ppt/notesMasters/notesMaster1.xml" Id="Rf68d9a966c3546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开场只讲清楚一件事：当前任务不是立即提出新算法，而是把第一篇论文和现有证据讲明白，为会议决策做准备。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 paper PDF (local)</a:t>
            </a:r>
          </a:p>
          <a:p xmlns:a="http://schemas.openxmlformats.org/drawingml/2006/main">
            <a:r>
              <a:t>- E:/Z博士/github_submission/GPPO-paper-faithful-clean/docs/FIRST_PAPER_LEARNING_AND_REPRODUCTION_REPORT_ZH.md</a:t>
            </a:r>
          </a:p>
          <a:p xmlns:a="http://schemas.openxmlformats.org/drawingml/2006/main">
            <a:r>
              <a:t>- https://github.com/Battleplus/GPPO/tree/8.8-GPPO%E6%97%A0%E5%81%8F%E5%A5%BD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回应当前最关键的疑问：300 轮已经满足现阶段的训练实践目标。下一步不是重复，而是把过程和结果转化成可解释的知识。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E:/Z博士/github_submission/GPPO-paper-faithful-clean/artifacts/phase1_seed1_300/raw/GPPO_MECHANISM_REPORT_ZH.md</a:t>
            </a:r>
          </a:p>
          <a:p xmlns:a="http://schemas.openxmlformats.org/drawingml/2006/main">
            <a:r>
              <a:t>- E:/Z博士/github_submission/GPPO-paper-faithful-clean/docs/FIRST_PAPER_LEARNING_AND_REPRODUCTION_REPORT_ZH.md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用这一页把后续符号落到实际问题：UAV 与任务组成异构图；边和状态会随时间变化；动作是从当前可行任务中做分配。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 paper PDF, problem formulation and system 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建议汇报时顺着 1—6 讲代码。事件通信不是独立算法，而是贯穿观测/认知更新的一条旁路。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E:/Z博士/github_submission/GPPO-paper-faithful-clean/src/uav_assignment/paper_faithful_env.py</a:t>
            </a:r>
          </a:p>
          <a:p xmlns:a="http://schemas.openxmlformats.org/drawingml/2006/main">
            <a:r>
              <a:t>- E:/Z博士/github_submission/GPPO-paper-faithful-clean/src/uav_assignment/paper_faithful_models.py</a:t>
            </a:r>
          </a:p>
          <a:p xmlns:a="http://schemas.openxmlformats.org/drawingml/2006/main">
            <a:r>
              <a:t>- E:/Z博士/github_submission/GPPO-paper-faithful-clean/scripts/train_paper_faithful.py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只需要抓住三层：关系注意力、Gate 融合、pair actor。公式使用项目/论文中的结构化表达进行概念化呈现。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 paper PDF, AHGNN equations (2)–(5)</a:t>
            </a:r>
          </a:p>
          <a:p xmlns:a="http://schemas.openxmlformats.org/drawingml/2006/main">
            <a:r>
              <a:t>- E:/Z博士/github_submission/GPPO-paper-faithful-clean/src/uav_assignment/paper_faithful_models.py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PPO 的训练目标与图编码器是两个层次。现阶段需会读 actor/value/entropy、GAE、checkpoint selection，但不要求再启动一轮长训练。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E:/Z博士/github_submission/GPPO-paper-faithful-clean/scripts/train_paper_faithful.py</a:t>
            </a:r>
          </a:p>
          <a:p xmlns:a="http://schemas.openxmlformats.org/drawingml/2006/main">
            <a:r>
              <a:t>- E:/Z博士/github_submission/GPPO-paper-faithful-clean/artifacts/phase1_seed1_300/raw/GPPO_MECHANISM_REPORT_ZH.md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这里必须说“同一 checkpoint 回放”，避免被理解成两套独立训练。Event 与 Full makespan 相同、bytes 大幅下降，是当前最清晰的正向证据。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E:/Z博士/github_submission/GPPO-paper-faithful-clean/deliverables/stage1_gallery/phase1a_communication_tradeoff.png</a:t>
            </a:r>
          </a:p>
          <a:p xmlns:a="http://schemas.openxmlformats.org/drawingml/2006/main">
            <a:r>
              <a:t>- E:/Z博士/github_submission/GPPO-paper-faithful-clean/artifacts/phase1_seed1_300/raw/GPPO_MECHANISM_REPORT_ZH.md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主结论一：引入图结构后，GPPO-event 明显优于 PPO baselines。主结论二：在这组 300 轮 seed1 上，NoGate/SingleHead 的均值略优于 Literal Adaptive。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E:/Z博士/github_submission/GPPO-paper-faithful-clean/deliverables/stage1_gallery/phase1a_method_comparison.png</a:t>
            </a:r>
          </a:p>
          <a:p xmlns:a="http://schemas.openxmlformats.org/drawingml/2006/main">
            <a:r>
              <a:t>- E:/Z博士/github_submission/GPPO-paper-faithful-clean/artifacts/phase1_seed1_300/raw/GPPO_MECHANISM_REPORT_ZH.md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mean/std 约为 0.3517/0.3299，且梯度非零，所以不是实现失效；但单个 seed 的泛化不如简单变体。三种子筛选支持保留 Adaptive-score 作为工程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E:/Z博士/github_submission/GPPO-paper-faithful-clean/deliverables/stage1_gallery/phase1a_gate_screening.png</a:t>
            </a:r>
          </a:p>
          <a:p xmlns:a="http://schemas.openxmlformats.org/drawingml/2006/main">
            <a:r>
              <a:t>- E:/Z博士/github_submission/GPPO-paper-faithful-clean/reports/GATE_THREE_SEED_SCREENING.md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Phase1B 不是新算法贡献，而是一个可审计的扰动实验环境：丢包、时延、能量与 makespan 随强度单调变化。以后若做偏好或鲁棒性研究，可以复用这一地基。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E:/Z博士/github_submission/GPPO-paper-faithful-clean/deliverables/stage1_gallery/phase1b_severity_calibration.png</a:t>
            </a:r>
          </a:p>
          <a:p xmlns:a="http://schemas.openxmlformats.org/drawingml/2006/main">
            <a:r>
              <a:t>- E:/Z博士/github_submission/GPPO-paper-faithful-clean/deliverables/phase1b/DISTURBANCE_IMPLEMENTATION_AUDIT.json</a:t>
            </a:r>
          </a:p>
          <a:p xmlns:a="http://schemas.openxmlformats.org/drawingml/2006/main">
            <a:r>
              <a:t>- E:/Z博士/github_submission/GPPO-paper-faithful-clean/deliverables/phase1b/DISTURBANCE_CALIBRATION.md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GPPO 的 G 是 graph，GRPO 的 G 是 group-relative；RLHF 是用人类偏好构造/优化奖励的一类流程。当前只需要把第二篇论文提供的偏好控制思想放到这个坐标系里。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Second paper PDF: Preference Controllable Reinforcement Learning with Advanced Multi-Objective Optimization</a:t>
            </a:r>
          </a:p>
          <a:p xmlns:a="http://schemas.openxmlformats.org/drawingml/2006/main">
            <a:r>
              <a:t>- E:/Z博士/github_submission/GPPO-paper-faithful-clean/docs/GRPO_RLHF_DIRECTION_MEMO_ZH.md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这一页决定汇报的可信度。主动说清楚“结构复现而非数值复现”，比回避差异更有说服力。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E:/Z博士/github_submission/GPPO-paper-faithful-clean/docs/FIRST_PAPER_LEARNING_AND_REPRODUCTION_REPORT_ZH.md</a:t>
            </a:r>
          </a:p>
          <a:p xmlns:a="http://schemas.openxmlformats.org/drawingml/2006/main">
            <a:r>
              <a:t>- First paper PDF and local reproduction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结束时把讨论从“要不要马上做 GRPO”转成四个可决策问题。若四个问题没有答案，继续大规模实验只会扩大返工。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E:/Z博士/github_submission/GPPO-paper-faithful-clean/docs/FIRST_PAPER_LEARNING_AND_REPRODUCTION_REPORT_ZH.md</a:t>
            </a:r>
          </a:p>
          <a:p xmlns:a="http://schemas.openxmlformats.org/drawingml/2006/main">
            <a:r>
              <a:t>- E:/Z博士/github_submission/GPPO-paper-faithful-clean/docs/GRPO_RLHF_DIRECTION_MEMO_ZH.md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5cfaf73d5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d1dd231ec497d" /><Relationship Type="http://schemas.openxmlformats.org/officeDocument/2006/relationships/slideLayout" Target="/ppt/slideLayouts/slideLayout1.xml" Id="R466ffe53deda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ffe53deda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954f5fb304a96" /><Relationship Type="http://schemas.openxmlformats.org/officeDocument/2006/relationships/notesSlide" Target="/ppt/notesSlides/notesSlide1.xml" Id="R2211c1f98af947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1673ddff94bf0" /><Relationship Type="http://schemas.openxmlformats.org/officeDocument/2006/relationships/notesSlide" Target="/ppt/notesSlides/notesSlide2.xml" Id="Ra3eb9bb8160941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bcd0b0ae4fdb" /><Relationship Type="http://schemas.openxmlformats.org/officeDocument/2006/relationships/notesSlide" Target="/ppt/notesSlides/notesSlide3.xml" Id="R624ec7db7d78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6e99dd4384898" /><Relationship Type="http://schemas.openxmlformats.org/officeDocument/2006/relationships/notesSlide" Target="/ppt/notesSlides/notesSlide4.xml" Id="Ra05801a3a790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4cabd63764b4c" /><Relationship Type="http://schemas.openxmlformats.org/officeDocument/2006/relationships/notesSlide" Target="/ppt/notesSlides/notesSlide5.xml" Id="Radd6cb9ee3bd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261a36e354685" /><Relationship Type="http://schemas.openxmlformats.org/officeDocument/2006/relationships/notesSlide" Target="/ppt/notesSlides/notesSlide6.xml" Id="Rc09553c9fc674b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808ea42a6440d" /><Relationship Type="http://schemas.openxmlformats.org/officeDocument/2006/relationships/image" Target="/ppt/media/image.png" Id="Rd078a4035ae6489d" /><Relationship Type="http://schemas.openxmlformats.org/officeDocument/2006/relationships/notesSlide" Target="/ppt/notesSlides/notesSlide7.xml" Id="R3bea9aa5de05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45d626e96476b" /><Relationship Type="http://schemas.openxmlformats.org/officeDocument/2006/relationships/image" Target="/ppt/media/image2.png" Id="Rc72b03a784cf456e" /><Relationship Type="http://schemas.openxmlformats.org/officeDocument/2006/relationships/notesSlide" Target="/ppt/notesSlides/notesSlide8.xml" Id="Rcdedfa03016c4e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becf2e934003" /><Relationship Type="http://schemas.openxmlformats.org/officeDocument/2006/relationships/image" Target="/ppt/media/image3.png" Id="R99e21c374ba64006" /><Relationship Type="http://schemas.openxmlformats.org/officeDocument/2006/relationships/notesSlide" Target="/ppt/notesSlides/notesSlide9.xml" Id="Rade0888c882b4d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3a38d0204ef5" /><Relationship Type="http://schemas.openxmlformats.org/officeDocument/2006/relationships/image" Target="/ppt/media/image4.png" Id="R20ff4c76e6d74356" /><Relationship Type="http://schemas.openxmlformats.org/officeDocument/2006/relationships/notesSlide" Target="/ppt/notesSlides/notesSlide10.xml" Id="Rf70f825912e142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2e08e39504f90" /><Relationship Type="http://schemas.openxmlformats.org/officeDocument/2006/relationships/notesSlide" Target="/ppt/notesSlides/notesSlide11.xml" Id="R9cf28b10844940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4e85bef7448ad" /><Relationship Type="http://schemas.openxmlformats.org/officeDocument/2006/relationships/notesSlide" Target="/ppt/notesSlides/notesSlide12.xml" Id="R8f60c202e25948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0a16f6ed34e43" /><Relationship Type="http://schemas.openxmlformats.org/officeDocument/2006/relationships/notesSlide" Target="/ppt/notesSlides/notesSlide13.xml" Id="R6cc010ed2067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31CF1-EA54-4C8E-89E3-54E87BBE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阶段性汇报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2EDFB-8512-472F-997A-ECB7AAF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先吃透 GPPO，再决定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是否改进 GRPO / RLHF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A26C1-BAC2-4858-BC2B-131CEA2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第一篇论文机制复现 · 300 轮结果复盘 · 第二篇论文轻量定位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4CEBE-4533-407E-8EBA-6FF5BD33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190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222A-BF81-4E8F-9768-BC4E8A9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现阶段不追加长训练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EC9A9-404E-4A9C-B111-6628A11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1952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36CFC-A711-4E1E-A51A-2AD92F7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为开学会议准备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24D52-C0A7-46B2-97B2-7890DB6A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基于分支 8.8-GPPO无偏好 ｜ 2026-08</a:t>
            </a:r>
          </a:p>
        </p:txBody>
      </p:sp>
    </p:spTree>
    <p:extLst>
      <p:ext uri="{BB962C8B-B14F-4D97-AF65-F5344CB8AC3E}">
        <p14:creationId xmlns:p14="http://schemas.microsoft.com/office/powerpoint/2010/main" val="281695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9EA77-7BC4-4EC7-B2E5-2BD99582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GPPO 学习与复现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3599F-7EA1-4D21-8E3F-13B725B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现阶段目标：理解、复盘、会讲清楚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F44A-2530-4F8D-9437-02CA21C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EAE3A-9A48-4D0A-A8B2-647B20B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DA4D9-E86B-4A1B-929E-0EACAF58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C3D55-D27E-4F35-B699-9ED044E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7A"/>
          </a:solidFill>
          <a:ln xmlns:a="http://schemas.openxmlformats.org/drawingml/2006/main" w="0">
            <a:solidFill>
              <a:srgbClr val="14B8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31ACC-014F-405C-9354-90B7123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7AA26-B72A-479F-8EF9-52EE9D08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30099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第一篇方法链路已实现并跑通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已有 300 轮训练和固定 test100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对照、Gate、通信与扰动审计齐全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2BDB9-6FC7-4B64-9F4C-98F6F58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71625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8B61B-A937-43F0-B714-6D67EA9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716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81F1A-907E-40AC-AFC7-05EB4CEE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现在要做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29B71-E463-4BFF-B26A-1DC7518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81225"/>
            <a:ext cx="30099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逐模块理解环境、图网络与 PPO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根据已有结果解释“为什么”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整理复现边界和会议问题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BD4EE-89D8-49B6-B500-784C1A6B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71625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2C3AB-E337-43AF-A05A-A301FCDD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716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AE511-C514-4C82-91A6-788A3ED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会议后再决定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52A93-62DB-4A5A-B4F2-C03798C2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30099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研究对象是任务分配还是语言策略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GRPO 替代 PPO 的具体接口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偏好数据、目标与评价指标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0D94-B24E-4928-9CB9-9A7CC12F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0D8F9-C0FB-4484-8173-BC12457B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之前的 300 轮就是现阶段要复盘的主实验；没有必要为了“学习流程”再跑一份同类训练。</a:t>
            </a:r>
          </a:p>
        </p:txBody>
      </p:sp>
    </p:spTree>
    <p:extLst>
      <p:ext uri="{BB962C8B-B14F-4D97-AF65-F5344CB8AC3E}">
        <p14:creationId xmlns:p14="http://schemas.microsoft.com/office/powerpoint/2010/main" val="212297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0E7C6D-8F50-44DF-A024-3125ED2D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F549F-3F68-45D1-87E4-374F92CE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第一篇论文解决什么问题？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7D190-7CB1-42C9-9346-823C7A1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2B286-7006-47EA-A2B0-17BA5C6D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2D164-5A05-41DC-B28A-C0000B9D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动态多无人机任务分配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A222B-FE33-419C-A138-2ED199CB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任务随机出现，UAV 能力不同，通信又弱。策略必须一边更新局部认知，一边实时决定“谁去做哪个任务”。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6CF5A-5389-45D4-AAB7-BEA0FAE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953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06F7-0A5A-4F85-B1C6-1DDDBD14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38A0D-A8FF-41FA-AE98-3D78C84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优化目标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4FA72-18F2-4D44-AA13-1E5CE5B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533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完成所有任务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尽量缩短 makespan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兼顾通信代价与可执行性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DB5FB-D3E6-40F1-AB9E-3FF1D9A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13906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D14C-9F12-4556-9EC6-2D03661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UAV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1E158-8299-4F16-9527-DE2288CF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13906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4B8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02A62-4D36-4628-9BEF-6C9E194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UAV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F4F2A-F92E-4433-881C-BB2E30A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13906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AEF89-2F7C-49C5-BAAC-83881CD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UAV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26ED3-0C61-4CA3-A3B6-5ACCA57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97762-A6F7-4E68-BF58-EB02C26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24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侦察任务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E653A-91D4-4C84-84EC-8EAE44B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01DDF-3D8D-40FD-8FF4-DE2006A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24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运输任务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149DB-1CF5-41DE-A38F-A96A93D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2430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31093-0350-4E39-8F1F-2643FDC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24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应急任务</a:t>
            </a:r>
          </a:p>
        </p:txBody>
      </p: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962900" y="1866900"/>
            <a:ext cx="17716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62900" y="2066925"/>
            <a:ext cx="177165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962900" y="3067050"/>
            <a:ext cx="17716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962900" y="1866900"/>
            <a:ext cx="1771650" cy="26003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962900" y="4267200"/>
            <a:ext cx="17716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72E07-7F07-4D87-8427-6235E2E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34000"/>
            <a:ext cx="1219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A701E-78BE-4A93-A09E-08EC7374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动态图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15925-0AC0-4336-B64E-5810083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1390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F325A-7EC8-43B6-BA15-145D06E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91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异构能力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1A52AB-005C-466B-9839-10AB0AA9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34000"/>
            <a:ext cx="1295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C39BB-4020-46CE-ABE1-24B39BB0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91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弱通信</a:t>
            </a:r>
          </a:p>
        </p:txBody>
      </p:sp>
    </p:spTree>
    <p:extLst>
      <p:ext uri="{BB962C8B-B14F-4D97-AF65-F5344CB8AC3E}">
        <p14:creationId xmlns:p14="http://schemas.microsoft.com/office/powerpoint/2010/main" val="1973338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5A7442-8C59-4496-89AF-471C0B2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方法总览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F3E3C-3395-4B81-B884-4022A26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端到端链路：环境状态如何变成一次分配动作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ECFBA-2945-4B78-AF58-C7429DA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5481C-74E8-46F3-A6A1-520FF56B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A407F-789B-48B7-96CF-3E683CD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F18BD-16F3-4130-936D-6FF1B3F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E232B-9CB2-4D00-A9FF-7FEE6AA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动态环境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B9D01-0F0D-47E1-88C9-6EA61AF5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任务到达 / UAV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49089-1090-498D-834D-6473DA6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44136-D4ED-4671-B6CB-96C78CD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D00E2-BE4C-48F1-835B-F220DFE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异构图构建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75A9A-F8C8-4A13-A9A2-3CA0AE79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UAV—任务—关系</a:t>
            </a:r>
          </a:p>
        </p:txBody>
      </p:sp>
      <p:cxnSp>
        <p:nvCxnSpPr>
          <p:cNvPr id="5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00250" y="3124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83D2B-FA9F-41DE-8EE3-EAC63E4E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23EDB-B434-4198-9847-8253334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98A95-12E0-4E52-ACBE-4B009C62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7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AHGNN 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A1B1D-14C2-48B1-B871-1D0BF0A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注意力 + Gate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24300" y="3124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B4767-294D-4327-BB41-3E7FDA3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267CC-2C94-4EAE-9E4C-C79C723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4B76B-9836-40EC-BE77-D7E5E35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动作掩码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C27F1-F9BF-4F1F-BA99-564DE350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过滤非法任务</a:t>
            </a:r>
          </a:p>
        </p:txBody>
      </p:sp>
      <p:cxnSp>
        <p:nvCxnSpPr>
          <p:cNvPr id="65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48350" y="3124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12D49-7E91-44EC-BA9F-1B1132F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A30D1-39B8-42A9-BCA1-1E29E197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CC7788-E028-4F5B-9A80-9256C8D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Actor 采样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41DF0-3F60-44BC-90B5-A1649FB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选择 UAV–任务对</a:t>
            </a:r>
          </a:p>
        </p:txBody>
      </p:sp>
      <p:cxnSp>
        <p:nvCxnSpPr>
          <p:cNvPr id="70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772400" y="3124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87FA6-A4B4-454E-A186-D602EE59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43150"/>
            <a:ext cx="1600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55BC7-3DCA-48C0-B007-9A8A2E32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F8077-D075-4938-B435-880D3549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051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奖励与 PPO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F8DDD-1B5B-4F33-8C90-1192552B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GAE + clipped update</a:t>
            </a:r>
          </a:p>
        </p:txBody>
      </p:sp>
      <p:cxnSp>
        <p:nvCxnSpPr>
          <p:cNvPr id="75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696450" y="31242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97E39-9501-48F8-A9D6-12CF58C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事件触发通信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9833C-2C09-4377-89A0-81D5FB5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148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不在每一步广播全量信息；只有满足触发条件时才同步 belief。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6DADCF-40BC-416E-99BD-AC02AB42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9700"/>
            <a:ext cx="1333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43EFDE-92A9-4D60-819A-16D9D3E6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局部状态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4DCC43-EA72-4473-9FE8-A28505BA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19700"/>
            <a:ext cx="1123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7BF7FE-819E-4299-8446-5EAC67BB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768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belief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4A0DBE-76AB-4FBA-8C05-C6C1912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409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2568EB-119E-410E-AE74-7C24CC28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76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同步事件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D9A1E-8191-4426-BA85-20C25D26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这条链路就是你需要能从代码入口一路解释到指标输出的“全流程”。</a:t>
            </a:r>
          </a:p>
        </p:txBody>
      </p:sp>
    </p:spTree>
    <p:extLst>
      <p:ext uri="{BB962C8B-B14F-4D97-AF65-F5344CB8AC3E}">
        <p14:creationId xmlns:p14="http://schemas.microsoft.com/office/powerpoint/2010/main" val="1381885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14579-5437-465E-B132-AE554CF2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图网络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52F71-4994-4840-82B5-BCFE1B0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核心表示：AHGNN 把异构关系压成可决策表征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2740E-EDCC-41A4-8940-A926DD3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1F41-8E97-4021-BA52-4E85B166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293D-29E3-4083-8499-5F0F024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524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B15C0-430C-489A-B49D-71F0E3E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① 关系注意力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28DD-3517-452A-B0DC-658C7585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不同关系分别计算注意力权重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UAV↔任务信息按相关性聚合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9FBE9-9545-477E-9F41-3356EA9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524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2FFED-AEB2-4E59-BFEC-8BDD52A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② 节点更新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A7A2C-5942-42C4-9A85-4A6E5EDC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860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聚合邻居消息并更新节点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得到 UAV / task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06E64-32C8-4036-887D-F2817A1E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2524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14B8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F1525-244E-4BB3-A5A3-A44F92E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③ 自适应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AB59C-DE88-4D4F-B2D3-D82D00D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融合旧状态与新消息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Gate 有梯度 ≠ Gate 一定更优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207FA-6B82-49BF-A137-57A30E6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19250"/>
            <a:ext cx="24479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4C6F2-DC99-4905-95A4-FC0594C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288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④ Pair logits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7ABC4-9A58-4E08-9A12-8B12705F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860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拼接 UAV–task 表征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输出每个合法动作的分数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24175" y="23622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05500" y="23622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86825" y="23622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B8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83FF1-D8D8-4334-BAA4-044D92A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AB349-8C78-49EB-A46E-B6FCF60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关系消息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5D59E-59CB-415E-8DC5-13D3B4C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mᵢʳ = Σⱼ αᵢⱼʳ Wʳhⱼ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D6EA9-EB95-4648-BA7A-A3580C23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Gate 融合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DA8AF-05F6-4ECB-BE2E-20CE5A4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576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hᵢ′ = gᵢ ⊙ mᵢ + (1−gᵢ) ⊙ hᵢ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B0418-9435-4AAE-99FD-E9476D3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57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动作分数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8E390-A69A-4047-B118-66C0310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57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logit(i,j) = f([hᵢ; hⱼ])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C7E6D-8EBC-4373-B2C0-A295EA99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理解重点：图网络负责“看懂关系”，PPO 负责“怎样更新策略”；GPPO 是两者的组合，不是 GRPO。</a:t>
            </a:r>
          </a:p>
        </p:txBody>
      </p:sp>
    </p:spTree>
    <p:extLst>
      <p:ext uri="{BB962C8B-B14F-4D97-AF65-F5344CB8AC3E}">
        <p14:creationId xmlns:p14="http://schemas.microsoft.com/office/powerpoint/2010/main" val="1207628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220E9-80C1-4CA8-860F-5462E639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PPO / GPPO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A9C97-08DF-4A03-8A0B-8DD84154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训练部分：MDP 定义决定了 PPO 实际在优化什么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2FBDA-612B-42A1-B493-6C2F90C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863D8-D74C-423D-8D7F-F0898933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EC16-6E23-4854-B460-2D15DA7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1C6B1-9845-400A-AC09-B51CBB9D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状态 sₜ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4EC6-63B1-4CF4-80CE-1F859D4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UAV 状态、任务状态、局部 belief、图关系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927FE-B1B2-4DEF-9372-C114A6B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6EAE-CA39-42FD-AFA4-F858B31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动作 aₜ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BAA3C-9250-40F9-8584-39D02570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 action mask 中选择合法 UAV–task 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3862A-0038-4344-B26F-1C77F22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7418E-238E-4FC0-AD06-67751E4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奖励 rₜ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C2F23-35DC-4AB3-86A9-82AA643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完成推进、时间代价、非法动作惩罚等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D157F-C40A-4F63-952F-4E79BC21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04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E2572-3274-4FB4-823A-6FEDD7C2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终止 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937E7-0B60-4131-950F-24D91DE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任务完成或达到环境终止条件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A047B-03A0-46FD-9F9F-2584DEB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58102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EE97B-0FCB-4CEB-8949-BD19C54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PPO 更新链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86DF6-51C9-4506-B63B-BADC7C5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142CD-6809-479C-9E42-70DD21C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采样轨迹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DCDE6-D473-4E15-A865-209DEFF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B581B-FA58-4582-84A5-75AE19B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计算 GAE</a:t>
            </a:r>
          </a:p>
        </p:txBody>
      </p:sp>
      <p:cxnSp>
        <p:nvCxnSpPr>
          <p:cNvPr id="62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58250" y="27336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EE8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78E44-2529-496A-B84D-1AB0AA4B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38525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F58F9-8BC3-4FEB-961D-BD3E29D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旧/新策略比率</a:t>
            </a:r>
          </a:p>
        </p:txBody>
      </p:sp>
      <p:cxnSp>
        <p:nvCxnSpPr>
          <p:cNvPr id="65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858250" y="32861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EE8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F7B78-B86F-46DE-B2CA-FE6EACC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35628-5BA9-4CAC-BDE2-E0C4A023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clip actor loss</a:t>
            </a:r>
          </a:p>
        </p:txBody>
      </p:sp>
      <p:cxnSp>
        <p:nvCxnSpPr>
          <p:cNvPr id="68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858250" y="38385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EE8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0BD15-B0DF-4E9B-99BD-6D481D3B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43425"/>
            <a:ext cx="4953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F6A3A-2DE8-429E-8DC4-4DA887E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value + entropy</a:t>
            </a:r>
          </a:p>
        </p:txBody>
      </p:sp>
      <p:cxnSp>
        <p:nvCxnSpPr>
          <p:cNvPr id="71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8858250" y="43910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EE8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2298B-A236-482E-9111-39F23E6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325A3B-6560-4FA3-AFD6-614A273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8ABBD-BC12-444F-A2E5-94C8B3B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已有训练 iterations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E319F1-E5C3-49AD-B11D-71104513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578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A80916-AF5F-487A-BD39-A69E788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007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4713F5-898F-4B58-9C03-F5960CE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246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固定测试实例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AAC80-8C65-41F3-A543-EBCD3D58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769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无需再跑一份同类训练；要把 loss、reward、checkpoint 与 test100 指标对应起来。</a:t>
            </a:r>
          </a:p>
        </p:txBody>
      </p:sp>
    </p:spTree>
    <p:extLst>
      <p:ext uri="{BB962C8B-B14F-4D97-AF65-F5344CB8AC3E}">
        <p14:creationId xmlns:p14="http://schemas.microsoft.com/office/powerpoint/2010/main" val="1962939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97C1B-30AC-47CA-B3D4-31EF8EF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弱通信机制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A71B7-9C77-4A23-B3D0-78DDED8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事件触发通信：几乎不损失任务质量，大幅减少通信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DD06D-ED45-4351-A88B-F86D95D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7F9-21E4-444D-99F9-D9D4AFD6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8a4035ae6489d"/>
          <a:stretch xmlns:a="http://schemas.openxmlformats.org/drawingml/2006/main"/>
        </p:blipFill>
        <p:spPr>
          <a:xfrm xmlns:a="http://schemas.openxmlformats.org/drawingml/2006/main">
            <a:off x="490026" y="1466850"/>
            <a:ext cx="6725673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81072-7888-4CA8-B8DF-828E733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18573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0404-CFB9-46BD-8B3A-8D1F6A66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16.1673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567E2-43D4-48A0-BC36-9EFF98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47900"/>
            <a:ext cx="1514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Event makespan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5EEFD-6E76-4212-AB99-83CB19E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81150"/>
            <a:ext cx="2076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0BF2E-E7AC-4202-96AB-79FE0035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240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16.1673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E8BDA-3708-4FCD-AF09-5542B56E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479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Full replay makespan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9060B-E0D6-494D-ABFF-0A64BF2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18573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894C0-DA76-4898-BC54-94B6B67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38475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2,790.9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2226C-3588-4FD4-920D-F89E66E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62350"/>
            <a:ext cx="1514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Event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5FAC5-D675-47B1-9092-4C77BC3E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2076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0F2BA-E94C-4422-B6CE-F5BF87DB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384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4,266,481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9B709-1075-4D39-A7A6-7AEF3AB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623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Full replay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F6463-8B30-4B5C-A31F-7EB2D70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41243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932A0-54CE-47E4-A13A-5878E50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339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99.93%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57922-01D3-4175-A79B-B692D50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通信量下降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C2B9C-086C-418D-8D45-3C186DDB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1017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同一 checkpoint 回放下 makespan 相同；这里证明的是机制链路与通信收益。</a:t>
            </a:r>
          </a:p>
        </p:txBody>
      </p:sp>
    </p:spTree>
    <p:extLst>
      <p:ext uri="{BB962C8B-B14F-4D97-AF65-F5344CB8AC3E}">
        <p14:creationId xmlns:p14="http://schemas.microsoft.com/office/powerpoint/2010/main" val="2124327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810B9-B686-42AD-BD3D-089E495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固定 TEST100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67C17-38A1-4FF4-BA8A-8B9CEF8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300 轮主结果：GPPO 优于 PPO，但简单 Gate 变体更好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830AC-F2B7-4881-927E-9EC7511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8F75C-0050-43CD-8B49-FF145B70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b03a784cf456e"/>
          <a:stretch xmlns:a="http://schemas.openxmlformats.org/drawingml/2006/main"/>
        </p:blipFill>
        <p:spPr>
          <a:xfrm xmlns:a="http://schemas.openxmlformats.org/drawingml/2006/main">
            <a:off x="400050" y="1797150"/>
            <a:ext cx="8001000" cy="3949499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B9CBA-5872-4368-92E8-DABDBF74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43050"/>
            <a:ext cx="3067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650C0-DA0C-4E2E-BD38-4063F9EA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859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−1.0046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D2EBF-91F9-4865-A668-184E5BC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GPPO-event vs PPO-none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5987D-0B3A-4076-BE33-BC5F494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3067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E29F5-07DC-47E1-845F-AA50D06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037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−0.8617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66804-37F4-4CDC-B9FE-1B9C5E6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GPPO-event vs PPO-event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C09D6-4A46-4708-B169-90FDBBA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3067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4824E-1725-4488-BA9E-513B490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C9321-C6F3-4D19-A8C5-841C57E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387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六组完成率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5DEEA-3DC1-4AF5-82A5-8AC8B35F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721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降低 makespan 为正向；误差条是 instance-level std。</a:t>
            </a:r>
          </a:p>
        </p:txBody>
      </p:sp>
    </p:spTree>
    <p:extLst>
      <p:ext uri="{BB962C8B-B14F-4D97-AF65-F5344CB8AC3E}">
        <p14:creationId xmlns:p14="http://schemas.microsoft.com/office/powerpoint/2010/main" val="762303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BB4C2-42C7-4004-A2C1-E4EBF27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消融与筛选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5D614-0A4F-4258-9D39-A39D51E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负面结果也要保留：Gate 有效工作，但未稳定带来收益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522A3-00BD-4758-ADBA-6FFC2A6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604AA-3AB7-496B-97BF-9FAB6E4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1c374ba64006"/>
          <a:stretch xmlns:a="http://schemas.openxmlformats.org/drawingml/2006/main"/>
        </p:blipFill>
        <p:spPr>
          <a:xfrm xmlns:a="http://schemas.openxmlformats.org/drawingml/2006/main">
            <a:off x="400050" y="1768904"/>
            <a:ext cx="7239000" cy="3586892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9F3C5-45E7-48E6-B48D-48CFBE7F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829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C5D6E-5D2F-4D8C-8C29-A600590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4C4C"/>
          </a:solidFill>
          <a:ln xmlns:a="http://schemas.openxmlformats.org/drawingml/2006/main" w="0">
            <a:solidFill>
              <a:srgbClr val="DC4C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731A8-50A3-4F12-A1C6-A910EF7D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300 轮 seed1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519FA-9A35-48DC-80AC-C2BDABAA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3409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Adaptive 比 NoGate 慢 0.1942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Adaptive 比 SingleHead 慢 0.2284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置信区间均偏向 Adaptive 更差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A86E2-E2CC-49C8-B880-8829609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829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F612A-47AD-441F-AD94-6445DE0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7A"/>
          </a:solidFill>
          <a:ln xmlns:a="http://schemas.openxmlformats.org/drawingml/2006/main" w="0">
            <a:solidFill>
              <a:srgbClr val="14B8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0A749-C547-4A5A-8EFE-53285D82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三种子工程筛选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85B8B-6949-400E-B2D0-431D06A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409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Adaptive-score：15.9025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NoGate：15.9805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SingleHead：15.9613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8098A-4FEC-4254-A9E1-6A3F1528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F1670-8AE7-4F50-B950-0A10D38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Literal 用于忠实复现；Best 用于工程选模。两者不能互相替代，也不能挑对自己有利的结果。</a:t>
            </a:r>
          </a:p>
        </p:txBody>
      </p:sp>
    </p:spTree>
    <p:extLst>
      <p:ext uri="{BB962C8B-B14F-4D97-AF65-F5344CB8AC3E}">
        <p14:creationId xmlns:p14="http://schemas.microsoft.com/office/powerpoint/2010/main" val="1099594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2B8F8-345D-4DC6-BFAE-4E2CB33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扩展环境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660C1-9FC0-4695-99A8-00CA72F1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Phase 1B：扰动环境已可审计，可作为以后研究的实验地基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1941B-FEBA-4252-B861-A8010463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8DB31-7EBB-438F-86E5-92046DE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f4c76e6d74356"/>
          <a:stretch xmlns:a="http://schemas.openxmlformats.org/drawingml/2006/main"/>
        </p:blipFill>
        <p:spPr>
          <a:xfrm xmlns:a="http://schemas.openxmlformats.org/drawingml/2006/main">
            <a:off x="724195" y="1428750"/>
            <a:ext cx="7162209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CE9FA-CA85-4F7D-91E4-EFF4A10A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4305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047C3-16AD-4B34-80DF-806D476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114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5C1D4-60FD-45D7-8705-986EA6B4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090F4-9197-45B5-9782-DA491CB6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3C2ED-53DF-43A0-8F1C-F501C13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037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4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4C4C"/>
                </a:solidFill>
                <a:latin typeface="Microsoft YaHei"/>
                <a:ea typeface="Microsoft YaHei"/>
                <a:cs typeface="Microsoft YaHei"/>
              </a:rPr>
              <a:t>0→28.84%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A802-ECD1-4902-8CE0-CC687869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丢包率 Off→Strong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E7691-8872-4987-927F-144216E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32575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2F848-685B-47F6-A69C-85E6B51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148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16.935→20.903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6309D-B168-4567-B79D-91892327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makespan 随扰动恶化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252D5-9699-4F17-8319-11A60A3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00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完成率在四档均为 1.0；环境变化是有序、可解释、可复查的。</a:t>
            </a:r>
          </a:p>
        </p:txBody>
      </p:sp>
    </p:spTree>
    <p:extLst>
      <p:ext uri="{BB962C8B-B14F-4D97-AF65-F5344CB8AC3E}">
        <p14:creationId xmlns:p14="http://schemas.microsoft.com/office/powerpoint/2010/main" val="1057829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F24ED-9AAD-4605-A5F5-324BD5B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PCRL / 偏好学习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A2914-2ED4-4CB6-805E-3FFF6B66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第二篇论文现阶段只做“概念定位”，不做复现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F8AEB-16EB-4F07-983F-F880366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A5811-4AFA-4D9D-A2C4-BC19852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7390D-DBB3-4FC9-94F9-3976E80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8C608-998D-4C5C-B943-12C0BD7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第一篇：任务分配策略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A283-787D-49F6-A1BA-6D107D5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图状态 → Actor → UAV–task 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目标：在弱通信下提高分配效率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更新：PPO + 图网络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监督信号：环境 reward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B2D38-211F-49D9-A121-FCFD7BF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383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F4C89-D4AB-4FED-9F47-41C719B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66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第二篇：偏好可控优化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E28FB-F7BB-43B5-BC66-76C870F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偏好 / 多目标 → 可控策略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目标：在多个目标或偏好间调节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重点：奖励建模、偏好条件化、Pareto 权衡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现阶段：读懂接口和评价方式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08626-B41B-446C-A7B7-337DCA0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1028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ADBF1-3A7A-4D1B-9A88-2AF95E1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62275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可能的</a:t>
            </a:r>
          </a:p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研究接口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353050" y="3200400"/>
            <a:ext cx="22860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10350" y="3200400"/>
            <a:ext cx="22860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660E9-EFE7-4AF7-84F9-C25365AB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B6ACF-A5F4-49BE-A430-8705EE9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4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4C4C"/>
                </a:solidFill>
                <a:latin typeface="Microsoft YaHei"/>
                <a:ea typeface="Microsoft YaHei"/>
                <a:cs typeface="Microsoft YaHei"/>
              </a:rPr>
              <a:t>不训练第二篇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96E12-0B04-4467-8F15-BFE7AFE0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5310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FF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86A99-6D05-49AB-A991-73E2C8E1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10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不提前移植 GRPO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0D173-9195-4CFD-9E5D-FE6D0F9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53100"/>
            <a:ext cx="200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E8F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E45D7-CA87-402B-9FAB-17A9CB0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B87A"/>
                </a:solidFill>
                <a:latin typeface="Microsoft YaHei"/>
                <a:ea typeface="Microsoft YaHei"/>
                <a:cs typeface="Microsoft YaHei"/>
              </a:rPr>
              <a:t>只形成问题清单</a:t>
            </a:r>
          </a:p>
        </p:txBody>
      </p:sp>
    </p:spTree>
    <p:extLst>
      <p:ext uri="{BB962C8B-B14F-4D97-AF65-F5344CB8AC3E}">
        <p14:creationId xmlns:p14="http://schemas.microsoft.com/office/powerpoint/2010/main" val="801284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7F616-146E-4253-B353-C048E08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复现边界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D742A-5B55-4805-8754-B8228C3A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我们已经证明什么，以及绝不能声称什么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96CAF-9C02-4217-A55A-FAC26B1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617F0-DDBF-490D-966E-DE5B7ABD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E37C0-BD40-479A-A2C2-5BF7AB1A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2959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3E0B6-87F7-4C91-9F5E-246E2CB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7A"/>
          </a:solidFill>
          <a:ln xmlns:a="http://schemas.openxmlformats.org/drawingml/2006/main" w="0">
            <a:solidFill>
              <a:srgbClr val="14B8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DB587-8994-4D44-97AD-9FE5F702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可以明确说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6F4B7-27F8-4009-BC04-A20779F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876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机制链路可运行，action mask 与事件同步生效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固定 test100 上 GPPO 优于 PPO baselines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Event 大幅降低通信量且保持回放 makespan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Gate/扰动结果可审计、可追溯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F9447-1055-4BE4-BD30-50C8F5C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58293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5218C-50D9-4C21-931C-0C75236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4C4C"/>
          </a:solidFill>
          <a:ln xmlns:a="http://schemas.openxmlformats.org/drawingml/2006/main" w="0">
            <a:solidFill>
              <a:srgbClr val="DC4C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7E316-8F49-4F32-ABCC-1337DB4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不能过度声称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0C2FF-EFF4-44F2-A9BE-0D14DF13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4102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不是原论文数值级完整复现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不能凭 seed1 宣称 Gate 必然无效或有效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不能把工程 Best 当成论文 Literal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不能据此直接断定 GRPO/RLHF 会改进任务分配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0974F-F71A-4331-93AB-A45FC06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原因：原论文完整环境、随机细节和代码不可完全获得；当前复现的定位是 mechanism / structural reproduction。</a:t>
            </a:r>
          </a:p>
        </p:txBody>
      </p:sp>
    </p:spTree>
    <p:extLst>
      <p:ext uri="{BB962C8B-B14F-4D97-AF65-F5344CB8AC3E}">
        <p14:creationId xmlns:p14="http://schemas.microsoft.com/office/powerpoint/2010/main" val="1918356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D8A6A-499D-4385-9797-C3B266A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开学会议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382BB-8B72-40AA-BC23-BFD1D3F3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带着 4 个问题去开会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EBE56-F570-4217-A0B5-537FA82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2959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3E66-DB27-457F-9CBD-E77FE2C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8B52C-C945-493A-ADE7-88B4512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2642-5233-467F-84F8-90CF7D7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要改任务分配策略，还是语言模型式 RLHF？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B6051-65E8-4C54-8932-BBCAD5B7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2959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52D1-5D6C-44D4-86A9-004DEFBC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49449-335C-4FEE-9EB4-21C97866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算法接口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60290-853D-4768-8F06-CB77539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GRPO 替代 PPO 的哪一层：优势估计、采样分组还是更新目标？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98A0-1BEE-45F2-92E8-954D2404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2959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81A18-9E3A-492A-9916-4ABEFD2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52E06-4426-44C4-8882-3B47BB4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偏好来源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97A3F-4AD7-4CBA-83B7-0029569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人工标注、规则生成，还是由多目标指标自动构造？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FFC9A-B703-485F-910D-05FEBDCD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52959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B0E0C-45A8-432C-AFF7-5A1B035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9AC95-46EE-459E-BC66-884888F2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评价标准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01FE9-B50F-4249-9A99-CA269B3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优先看 makespan、通信、鲁棒性，还是 Pareto / 可控性？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589CF-1170-4DDE-AD0E-4CC1966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会议前行动：复盘 300 轮 → 逐模块讲清代码 → 轻读 PCRL → 整理候选方向；会议后才进入新实验设计。</a:t>
            </a:r>
          </a:p>
        </p:txBody>
      </p:sp>
    </p:spTree>
    <p:extLst>
      <p:ext uri="{BB962C8B-B14F-4D97-AF65-F5344CB8AC3E}">
        <p14:creationId xmlns:p14="http://schemas.microsoft.com/office/powerpoint/2010/main" val="1750421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2026-08-11T12:55:32.0520000Z</dcterms:created>
  <dcterms:modified xsi:type="dcterms:W3CDTF">2026-08-11T12:55:32.0530000Z</dcterms:modified>
</coreProperties>
</file>